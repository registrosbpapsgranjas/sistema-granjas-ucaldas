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Quiero comenzar esta presentación con una reflexión: ¿sabías que un software hospitalario puede salvar vidas? Hace poco, una paciente fue alertada de una arritmia a tiempo por el sistema del hospital, lo que permitió una intervención inmediata. Hoy hablaremos de este tipo de software y el rol fundamental de la ingeniería de sistemas detrás de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salud digital no es una moda, es una necesidad. Actualmente, el 80% de los hospitales en Latinoamérica utilizan algún tipo de software clínico, y se espera que esa cifra siga creciendo. ¿Por qué? Porque permiten tomar mejores decisiones, evitar errores médicos y hacer más eficiente el trabajo de los profesionales de salud.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entra en juego la ingeniería de sistemas. Somos quienes diseñamos la arquitectura de estos programas, aseguramos la protección de los datos, conectamos sistemas y mejoramos los procesos. Un hospital moderno funciona como un sistema complejo, y cada pieza debe estar bien engranada.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historia clínica electrónica es uno de los pilares del software hospitalario. Permite que médicos y especialistas vean en tiempo real los antecedentes, diagnósticos y tratamientos del paciente. Esto evita errores y mejora la continuidad de la atención.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sistemas de gestión hospitalaria, o HIS, automatizan procesos administrativos como la ocupación de camas, control de medicamentos, gestión de agendas y facturación. Esto libera tiempo al personal y permite enfocar los recursos en la atención médica.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inteligencia artificial ya está aquí. Estos sistemas analizan radiografías, tomografías y otros estudios, y sugieren al médico posibles anomalías. No reemplazan al profesional, pero sí actúan como una segunda opinión automatizada y muy veloz.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la pandemia, la telesalud dio un gran salto. Hoy muchos pacientes se atienden desde casa. Las plataformas permiten hacer videollamadas, enviar recetas digitales y hasta monitorear constantes vitales desde un celular o smartwatch.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supuesto, todo sistema tiene riesgos. ¿Qué pasa si hay un fallo, un ciberataque o no se capacita al personal? Por eso la ingeniería también se ocupa de la seguridad, la interoperabilidad y la experiencia de usuario para reducir errores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futuro son los hospitales inteligentes: donde todos los datos estén conectados, se puedan prever enfermedades antes de que ocurran y se optimice cada recurso. Desde camas hasta ambulancias, todo se coordinará desde sistemas avanzados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esto cierro mi presentación. Espero haberles mostrado cómo la ingeniería de sistemas es clave en la evolución del sector salud. Quedo atento a sus preguntas o comentarios.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Softwares Hospitalarios: Tecnología que Salva Vidas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“Un sistema bien diseñado puede significar la diferencia entre la vida y la muerte.”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Historia real: Paciente cuya vida fue salvada gracias a una alerta generada por el software del hospital.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Salud Digital: Un Reto del Presente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Más del 80% de hospitales en LATAM usan software clínico. Mejora diagnósticos, reduce errores y optimiza recursos.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Cerebro Digital del Hospital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Diseño de sistemas distribuidos, seguridad informática, integración con hardware médico y modelado de procesos clínicos.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 el Paciente, en un Clic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Historia Clínica Electrónica (HCE): Almacena antecedentes, exámenes y tratamientos. Acceso en tiempo real. Ej: OpenEMR, Epic.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Administración sin Papeles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Sistemas HIS: Manejan camas, inventario, agendas y facturación. Ej: HospiWin, MedSys.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Diagnósticos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Sistemas CADx: Analizan imágenes, alertan anomalías. Ej: Aidoc, Zebra Medical.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Consulta Ahora es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Software de Telesalud: Videollamadas, recetas electrónicas y seguimiento remoto. Ej: Teladoc, Doctoralia.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¿Y si el sistema falla?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Desafíos: Seguridad de datos, interoperabilidad, capacitación médica.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Hospitales Inteligentes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Futuro: Big Data, IoT, Machine Learning. Predicción de enfermedades, optimización de recursos.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Ingeniería detrás de la Salud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t>Gracias por su atención. ¿Dudas o aportes?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